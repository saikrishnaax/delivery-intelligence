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508761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 Adoption &amp; Engineering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97316"/>
                </a:solidFill>
                <a:latin typeface="Segoe UI"/>
              </a:defRPr>
            </a:pPr>
            <a:r>
              <a:t>Factual data review for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3A3A3"/>
                </a:solidFill>
                <a:latin typeface="Segoe UI"/>
              </a:defRPr>
            </a:pPr>
            <a:r>
              <a:t>AI-assisted development from 1 May 2026</a:t>
            </a:r>
            <a:br/>
            <a:r>
              <a:t>Pre-AI: Dec 2025 – Apr 2026  ·  Post-AI: May – Jun 2026</a:t>
            </a:r>
            <a:br/>
            <a:r>
              <a:t>Source: synced Asana tickets, Issue Intelligence clusters</a:t>
            </a:r>
            <a:br/>
            <a:r>
              <a:t>Autorox Delivery Intelligence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changed in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3A3A3"/>
                </a:solidFill>
                <a:latin typeface="Segoe UI"/>
              </a:defRPr>
            </a:pPr>
            <a:r>
              <a:t>Counts by ticket created date — not a quality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9144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Bugs created per month: 50.8 (pre-AI) → 61.5 (post-AI)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Enhancements created per month: 9.4 → 25.5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Total bugs in window: 254 (5 months pre) · 123 (2 months post)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June 2026: 74 bugs created — highest single month in the comparison window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July 2026 partial month excluded from monthly averages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No development task in Asana is tagged as AI-assisted or human-only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Where defects cluster — by product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3A3A3"/>
                </a:solidFill>
                <a:latin typeface="Segoe UI"/>
              </a:defRPr>
            </a:pPr>
            <a:r>
              <a:t>Grouped by what the tickets describe, not individual ticket titles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9144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81381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Product area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Pre-AI /mo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Post-AI /mo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What reports describe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Job Card lifecycle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12.8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Open/close job card, status, inward, parts on job card, vehicle on job card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Invoice &amp; billing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9.8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Invoice numbers, sequences, tax/GST, PDF content, amount mismatches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Customer Concerns (AI module)</a:t>
                      </a:r>
                    </a:p>
                  </a:txBody>
                  <a:tcPr>
                    <a:solidFill>
                      <a:srgbClr val="302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302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11.5</a:t>
                      </a:r>
                    </a:p>
                  </a:txBody>
                  <a:tcPr>
                    <a:solidFill>
                      <a:srgbClr val="3028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Work orders, customer concerns, Arabic/localisation, concern sync and updates</a:t>
                      </a:r>
                    </a:p>
                  </a:txBody>
                  <a:tcPr>
                    <a:solidFill>
                      <a:srgbClr val="302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Reports &amp; analytics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Report loading, sales register, HSN, offline sync, logout on reports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UI &amp; display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Screen rendering, buttons, layout, visibility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WhatsApp, email, SMS delivery delays or failures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Slow screens, hangs, loading delays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Segoe UI"/>
              </a:defRPr>
            </a:pPr>
            <a:r>
              <a:rPr dirty="0"/>
              <a:t>Customer Concerns (AI): work orders not reflecting on concern screen, concern data not updating, Arabic input rejected — 11.5/</a:t>
            </a:r>
            <a:r>
              <a:rPr dirty="0" err="1"/>
              <a:t>mo</a:t>
            </a:r>
            <a:r>
              <a:rPr dirty="0"/>
              <a:t> post-AI vs 9.2/</a:t>
            </a:r>
            <a:r>
              <a:rPr dirty="0" err="1"/>
              <a:t>mo</a:t>
            </a:r>
            <a:r>
              <a:rPr dirty="0"/>
              <a:t> pre-AI.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Recurring engineering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3A3A3"/>
                </a:solidFill>
                <a:latin typeface="Segoe UI"/>
              </a:defRPr>
            </a:pPr>
            <a:r>
              <a:t>Issue Intelligence — same root fix would resolve these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9144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24 unique recurring clusters identified across synced tickets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79.2% of clusters first seen before 1 May 2026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5 clusters first seen only after 1 May 2026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Largest recurring areas (by ticket volume in clusters):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· Customer Concerns (AI module) — 8 clusters, 65 tickets, 7 trending up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· Job Card lifecycle — 6 clusters, 42 tickets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· Invoice &amp; billing — 4 clusters, 25 tickets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· Reports &amp; analytics — 1 clusters, 6 tickets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Customer Concerns cluster covers: concern-to-workorder sync, update failures, Arabic language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this data contains — and what it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525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3A3A3"/>
                </a:solidFill>
                <a:latin typeface="Segoe UI"/>
              </a:defRPr>
            </a:pPr>
            <a:r>
              <a:rPr dirty="0"/>
              <a:t>Factual limits of the current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71930" y="1627349"/>
            <a:ext cx="9144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363056"/>
            <a:ext cx="8001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Contains: ticket text, dates, modules, Issue Intelligence clusters, pre/post May 2026 comparison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Contains: enhancement requests tracked separately from product bug clusters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Does not contain: which code changes used AI tools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Does not contain: link from a bug to the specific release or commit that introduced it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Does not establish causation between AI adoption and defect patterns — dates are correlated only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Customer Concerns is an AI-related product module; its defect rate rose from 9.2/</a:t>
            </a:r>
            <a:r>
              <a:rPr dirty="0" err="1"/>
              <a:t>mo</a:t>
            </a:r>
            <a:r>
              <a:rPr dirty="0"/>
              <a:t> to 11.5/</a:t>
            </a:r>
            <a:r>
              <a:rPr dirty="0" err="1"/>
              <a:t>mo</a:t>
            </a:r>
            <a:r>
              <a:rPr dirty="0"/>
              <a:t> in the comparison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542</Words>
  <Application>Microsoft Office PowerPoint</Application>
  <PresentationFormat>On-screen Show (4:3)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AXDM</cp:lastModifiedBy>
  <cp:revision>2</cp:revision>
  <dcterms:created xsi:type="dcterms:W3CDTF">2013-01-27T09:14:16Z</dcterms:created>
  <dcterms:modified xsi:type="dcterms:W3CDTF">2026-07-06T06:33:52Z</dcterms:modified>
  <cp:category/>
</cp:coreProperties>
</file>